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EEA7F-58A0-72AB-89AA-43A354113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431295-DF22-10AD-8D52-E10E3004A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83B4C-7234-E9E9-0ABD-474EDB3E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218CD5-DB4B-DB26-E63E-43D605919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C035FB-2588-B04B-ECFC-105AA4A3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66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452A0-B585-D70F-E143-4615AEAA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A46053-3624-AE8F-1D46-41F767951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E93D32-4067-331A-6744-CF3F9A27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AF32BD-4D2F-34A1-F77F-0A3D4705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CCF098-A047-1DA5-5DE3-129D71B4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98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54433-9160-955B-F361-1C110050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3AFAAB-ED1C-B3CD-306B-69FC828D9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04FDE7-1746-1C16-80BF-BCF8CB3AC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3771E3-FD27-6157-AD99-DC5CDA57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921541-F73B-4444-A5F9-6AB2E097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439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171C6-7200-560B-CBBF-D358898F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35D5A2-48D1-BB59-B87A-0D1861DAD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FF57FF-B5A3-2BF3-974E-1B32D4B74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D8607A-57E4-69E2-4A20-279C42870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0DD8AD-685B-C3CD-AE91-70893EB73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3295D4-2752-1235-E5EE-3845B545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6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175D6-D2AD-02EE-0472-78420F136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344E24-EC86-C769-15DB-C8178749A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DDCD00-D783-90C9-63A4-AEF124969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53A26C-25DD-32AD-E8CB-EC0D061BB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164E93-C3FA-2A3E-64BF-6481ACDD5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F91535-A969-7127-5C39-9A6849C8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655F6B-8495-22C3-8255-D634B650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838FB3-4EB7-C2F2-3122-E2A39A60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2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75CE3-7623-FA40-051F-A68F4630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27C71C-0125-4848-D72D-F47E3D65A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D48D21-2F41-299F-1D74-034E7D64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B57341-6C4C-0C1E-F6FB-CCA0A3B9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93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8D9A50-EC46-F2B8-B8EB-8A0A3C28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AAB8B6-A3EC-B5B8-75D5-CD1DD6AC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0C92DB-18AB-880A-64CE-75AB8941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4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EF15F-15C3-0FE8-EE59-2157475E8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E8336-A732-869D-82D4-20BE8CE8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9F7DA3-D58B-2DD2-B9E7-DE61ECD7B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18C810-FC03-965E-4A7C-147A588D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147876-82D8-660A-A5A9-79FE3277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FFE493-A6BB-CF99-5418-30063703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85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60C45-C0AD-BE38-BC07-241F755C8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7C947C-9E4C-4DA5-5087-6B60E204E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7BF0ED-5498-E9D0-E633-9D22F7910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CD4B9F-BCF7-6834-7639-E1A0BD401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22B8A-BE51-7ED5-FCFD-35C95833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933182-F6F3-1DEE-C898-D5D6DC85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04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D8C73-DC76-9C58-592C-F2E203C7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833825-1036-2C7D-9E2D-11FF7F876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FAA294-0CC2-D239-5C51-ECEF0356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0DEA92-0104-847A-5D1D-42B4D4FA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887D31-A450-DC2B-E58E-E3B53129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640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785C19-FEE1-B051-168F-C3023BBE4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F8CE46-FDFA-A1BF-3F2B-F5C62B540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959272-392A-48B0-378D-4912A88AE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E743F-6CAA-8344-80F2-8DCB1E9D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7282-39DD-EA77-D4B1-18256ADB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950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D5CF40-150C-E20F-07AD-CEB6451F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3315D7-AE7E-AB2A-E27E-3C22C6350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8BA5B1-3441-6729-1E8B-EEC6967D6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EC8B4-3DD4-4E66-AF30-53AC0C4AA2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EF86A9-C32F-7596-5F98-3E2BD5F32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8BFBC8-0219-A0AB-FFC3-D7C54B41E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4BB61-AF4C-4454-9E24-AE5B78E10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67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24CF9F-CE90-FF20-B286-54B39E83E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738" y="0"/>
            <a:ext cx="9158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76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4FF1D-B731-EBAD-C118-9B2502228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363DC0-BCA3-89BC-6150-B42C35FA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738" y="0"/>
            <a:ext cx="9158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7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821022907389</dc:creator>
  <cp:lastModifiedBy>821022907389</cp:lastModifiedBy>
  <cp:revision>1</cp:revision>
  <dcterms:created xsi:type="dcterms:W3CDTF">2026-07-14T00:41:42Z</dcterms:created>
  <dcterms:modified xsi:type="dcterms:W3CDTF">2026-07-14T00:42:31Z</dcterms:modified>
</cp:coreProperties>
</file>