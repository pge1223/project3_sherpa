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000000"/>
            <a:ext cx="8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AI 교육 플랫폼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35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8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주요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500000"/>
            <a:ext cx="80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1. AI 기반 학습 분석</a:t>
            </a:r>
          </a:p>
          <a:p>
            <a:r>
              <a:t>2. 맞춤형 콘텐츠 추천</a:t>
            </a:r>
          </a:p>
          <a:p>
            <a:r>
              <a:t>3. 실시간 피드백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8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예상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500000"/>
            <a:ext cx="80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학습 효율성 30% 향상</a:t>
            </a:r>
          </a:p>
          <a:p>
            <a:r>
              <a:t>• 만족도 90% 이상</a:t>
            </a:r>
          </a:p>
          <a:p>
            <a:r>
              <a:t>• 이탈률 20% 감소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