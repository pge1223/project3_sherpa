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821022907389" userId="243789b580de11ae" providerId="LiveId" clId="{A74E5FD7-D417-4CDD-92CA-D525D72913B8}"/>
    <pc:docChg chg="addSld modSld">
      <pc:chgData name="821022907389" userId="243789b580de11ae" providerId="LiveId" clId="{A74E5FD7-D417-4CDD-92CA-D525D72913B8}" dt="2026-07-14T00:43:00.518" v="40" actId="20577"/>
      <pc:docMkLst>
        <pc:docMk/>
      </pc:docMkLst>
      <pc:sldChg chg="modSp mod">
        <pc:chgData name="821022907389" userId="243789b580de11ae" providerId="LiveId" clId="{A74E5FD7-D417-4CDD-92CA-D525D72913B8}" dt="2026-07-14T00:36:52.468" v="5" actId="20577"/>
        <pc:sldMkLst>
          <pc:docMk/>
          <pc:sldMk cId="2437722156" sldId="256"/>
        </pc:sldMkLst>
        <pc:spChg chg="mod">
          <ac:chgData name="821022907389" userId="243789b580de11ae" providerId="LiveId" clId="{A74E5FD7-D417-4CDD-92CA-D525D72913B8}" dt="2026-07-14T00:36:52.468" v="5" actId="20577"/>
          <ac:spMkLst>
            <pc:docMk/>
            <pc:sldMk cId="2437722156" sldId="256"/>
            <ac:spMk id="3" creationId="{BD3109D9-5794-7AFD-F01C-44313EFA8E02}"/>
          </ac:spMkLst>
        </pc:spChg>
      </pc:sldChg>
      <pc:sldChg chg="modSp new mod">
        <pc:chgData name="821022907389" userId="243789b580de11ae" providerId="LiveId" clId="{A74E5FD7-D417-4CDD-92CA-D525D72913B8}" dt="2026-07-14T00:43:00.518" v="40" actId="20577"/>
        <pc:sldMkLst>
          <pc:docMk/>
          <pc:sldMk cId="3755057190" sldId="257"/>
        </pc:sldMkLst>
        <pc:spChg chg="mod">
          <ac:chgData name="821022907389" userId="243789b580de11ae" providerId="LiveId" clId="{A74E5FD7-D417-4CDD-92CA-D525D72913B8}" dt="2026-07-14T00:42:57.435" v="23" actId="20577"/>
          <ac:spMkLst>
            <pc:docMk/>
            <pc:sldMk cId="3755057190" sldId="257"/>
            <ac:spMk id="2" creationId="{ABD14D88-DB4B-70FE-D4AA-EA891E6E0E9C}"/>
          </ac:spMkLst>
        </pc:spChg>
        <pc:spChg chg="mod">
          <ac:chgData name="821022907389" userId="243789b580de11ae" providerId="LiveId" clId="{A74E5FD7-D417-4CDD-92CA-D525D72913B8}" dt="2026-07-14T00:43:00.518" v="40" actId="20577"/>
          <ac:spMkLst>
            <pc:docMk/>
            <pc:sldMk cId="3755057190" sldId="257"/>
            <ac:spMk id="3" creationId="{CEF03D4F-ADD0-F270-9782-4DEF005DB1F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E52BD-05C9-CC84-519B-98CAF1A18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F155F6-8A75-3179-C6E9-9F3D8C72B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169375-6DF7-A104-9774-86A8C397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716B88-08ED-5EE6-121D-43677D3C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DFFB9C-93F7-EA8D-99CC-67FA3E28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21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56792-2B82-9F57-919C-AA5630A3B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CFA27F-3007-8FC9-9860-2F8EBB00C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982709-399F-476C-83F7-59E8A9E7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CEA39-B72D-EF1D-E6A1-150F4B7C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D35859-9BDB-36AB-FA23-B1B466BB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625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4F6897-AC95-C107-1176-4DD402C4E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1421FB-E068-7835-28AD-7146F3C3D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E8B743-31B4-62AA-17DE-BB1CC049D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FECD24-B3BE-71AB-06C7-5D32093F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8F2F80-717D-6F5E-7B4B-6717F2A9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53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3EBAD-BABA-2F51-448F-E896D8C6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47190C-9C12-0838-7D87-3B72E6125B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CC4809-95C0-07C6-FE95-974A8416C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5B9D1D-C857-804B-21DD-F2AB8A2B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A57459-5DB4-E1B2-282C-6C47C928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EBD65F-2D57-37DD-2FBE-FC977B0A4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43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C9539-E89F-D804-A011-73C1E5F00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660A14-EB23-37B7-CF12-4C25120A1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23D227-E594-2233-3A59-17D366D11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805C44-DEE2-A4DD-F4C8-0181F4015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C958B0-9474-9333-DC51-3A7E9C036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17ADEAB-CAAC-6E9F-D20F-A76F1DB7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9BC1DE-ACDD-E26B-D797-086D126C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43682D-63A6-9C60-1A68-30BF3A01F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431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3C0CB-4AF0-7124-FBD1-C21A2738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CA0EE5-7D74-364B-9FF7-782CBF94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6D4E9A-C09C-687B-5A0B-1A996E8A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7852A0-357C-B9FC-3377-63ED541A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85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1DAF61-7322-A4CF-BECE-67F8F7760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D876B6-0B63-2A49-7D98-7341ADFF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0835D6-9245-4B49-F5A0-73E03FB7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46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BA7D2-C631-D312-E5A4-A8C1E1A0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A4DEB7-11EA-66CF-B7B3-C5B61F7EE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4ACA66-45F8-24F4-B09F-ABA716A1E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50CA0A-A2B6-4FF4-5372-32E688B8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A8BBD9-D9A8-CA9E-9A38-BB71C4F0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DD20D2-9040-318C-5A40-32D44E2A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902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19C5F-8A02-813A-8417-B01580EA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3567465-D1DF-F5AE-195D-3F6CB3437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1D6100-8858-97B2-6530-26DB7A2E6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752B4B-3B1F-C366-4D1C-CF1D9022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48D140-BA8C-8DE0-1320-BBE7DB3D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14FBC4-562D-5AA8-6B3B-67FB697F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4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B8B91-720A-F372-BA3A-38873EC2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7CCD78-60A9-A09B-60DC-0C4365DAF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315332-7717-B58B-413D-BD4FA4D1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B5B033-1265-796C-B9A8-01E5A77E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0AFB37-36A6-7CF3-39B1-BD072882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01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1AB3B4-F6E3-0966-8F20-E2CCEAADA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D2DB0F-C6E4-6636-4DC6-6937FCBEA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F9859-CB0E-0BAB-F1E5-56FE328E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CC5C7-425A-1E14-9379-3C354576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0F20B9-BF10-7B68-E8CE-FDCEBFC7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67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A5CD37-9357-1B16-FFFB-74AA8443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1F8399-D73F-E14D-0B77-886701E9C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CFC882-4675-C3EC-C70A-61A6FF3AE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28D740-95AA-4DE7-8644-A5563BA6409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C1B263-9FCC-60FE-CD71-77EA19E0D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2F49F4-A05F-1298-1DA0-D9DE1F627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7370C-DCEF-4B58-A175-E4426730F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9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72DBC-3332-AC23-3406-73A1FD230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안녕하십니까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3109D9-5794-7AFD-F01C-44313EFA8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김용준입니다</a:t>
            </a:r>
          </a:p>
        </p:txBody>
      </p:sp>
    </p:spTree>
    <p:extLst>
      <p:ext uri="{BB962C8B-B14F-4D97-AF65-F5344CB8AC3E}">
        <p14:creationId xmlns:p14="http://schemas.microsoft.com/office/powerpoint/2010/main" val="243772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14D88-DB4B-70FE-D4AA-EA891E6E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어쩔티비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F03D4F-ADD0-F270-9782-4DEF005DB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저쩔티비</a:t>
            </a:r>
          </a:p>
        </p:txBody>
      </p:sp>
    </p:spTree>
    <p:extLst>
      <p:ext uri="{BB962C8B-B14F-4D97-AF65-F5344CB8AC3E}">
        <p14:creationId xmlns:p14="http://schemas.microsoft.com/office/powerpoint/2010/main" val="3755057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안녕하십니까 </vt:lpstr>
      <vt:lpstr>어쩔티비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821022907389</dc:creator>
  <cp:lastModifiedBy>821022907389</cp:lastModifiedBy>
  <cp:revision>1</cp:revision>
  <dcterms:created xsi:type="dcterms:W3CDTF">2026-07-14T00:30:48Z</dcterms:created>
  <dcterms:modified xsi:type="dcterms:W3CDTF">2026-07-14T00:43:01Z</dcterms:modified>
</cp:coreProperties>
</file>